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Майбутнє штучного інтелекту (ШІ)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Підготував</a:t>
            </a:r>
            <a:r>
              <a:rPr dirty="0"/>
              <a:t>: </a:t>
            </a:r>
            <a:r>
              <a:rPr lang="uk-UA" dirty="0"/>
              <a:t>Ігор</a:t>
            </a:r>
            <a:endParaRPr dirty="0"/>
          </a:p>
          <a:p>
            <a:r>
              <a:rPr dirty="0"/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Що таке штучний інтелект?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ШІ — це технологія, що дозволяє машинам навчатися та приймати рішення</a:t>
            </a:r>
          </a:p>
          <a:p>
            <a:r>
              <a:t>• Імітує людське мислення</a:t>
            </a:r>
          </a:p>
          <a:p>
            <a:r>
              <a:t>• Використовує машинне навчання та нейромережі</a:t>
            </a:r>
          </a:p>
          <a:p>
            <a:r>
              <a:t>• Приклади: голосові помічники, чат-боти, автопілоти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Коротка історія розвитку ШІ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1950 — </a:t>
            </a:r>
            <a:r>
              <a:rPr dirty="0" err="1"/>
              <a:t>ідеї</a:t>
            </a:r>
            <a:r>
              <a:rPr dirty="0"/>
              <a:t> </a:t>
            </a:r>
            <a:r>
              <a:rPr dirty="0" err="1"/>
              <a:t>Алана</a:t>
            </a:r>
            <a:r>
              <a:rPr dirty="0"/>
              <a:t> </a:t>
            </a:r>
            <a:r>
              <a:rPr dirty="0" err="1"/>
              <a:t>Тюрінга</a:t>
            </a:r>
            <a:endParaRPr dirty="0"/>
          </a:p>
          <a:p>
            <a:r>
              <a:rPr dirty="0"/>
              <a:t>• 1997 — </a:t>
            </a:r>
            <a:r>
              <a:rPr dirty="0" err="1"/>
              <a:t>комп’ютер</a:t>
            </a:r>
            <a:r>
              <a:rPr dirty="0"/>
              <a:t> </a:t>
            </a:r>
            <a:r>
              <a:rPr dirty="0" err="1"/>
              <a:t>перемагає</a:t>
            </a:r>
            <a:r>
              <a:rPr dirty="0"/>
              <a:t> </a:t>
            </a:r>
            <a:r>
              <a:rPr dirty="0" err="1"/>
              <a:t>чемпіона</a:t>
            </a:r>
            <a:r>
              <a:rPr dirty="0"/>
              <a:t> </a:t>
            </a:r>
            <a:r>
              <a:rPr dirty="0" err="1"/>
              <a:t>світу</a:t>
            </a:r>
            <a:r>
              <a:rPr dirty="0"/>
              <a:t> з </a:t>
            </a:r>
            <a:r>
              <a:rPr dirty="0" err="1"/>
              <a:t>шахів</a:t>
            </a:r>
            <a:endParaRPr dirty="0"/>
          </a:p>
          <a:p>
            <a:r>
              <a:rPr dirty="0"/>
              <a:t>• 2010+ — </a:t>
            </a:r>
            <a:r>
              <a:rPr dirty="0" err="1"/>
              <a:t>розвиток</a:t>
            </a:r>
            <a:r>
              <a:rPr dirty="0"/>
              <a:t> </a:t>
            </a:r>
            <a:r>
              <a:rPr dirty="0" err="1"/>
              <a:t>нейромереж</a:t>
            </a:r>
            <a:endParaRPr dirty="0"/>
          </a:p>
          <a:p>
            <a:r>
              <a:rPr dirty="0"/>
              <a:t>• 2020+ — </a:t>
            </a:r>
            <a:r>
              <a:rPr dirty="0" err="1"/>
              <a:t>генеративний</a:t>
            </a:r>
            <a:r>
              <a:rPr dirty="0"/>
              <a:t> ШІ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Де ШІ використовується сьогодні?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Медицина</a:t>
            </a:r>
          </a:p>
          <a:p>
            <a:r>
              <a:t>• Освіта</a:t>
            </a:r>
          </a:p>
          <a:p>
            <a:r>
              <a:t>• Автомобілі</a:t>
            </a:r>
          </a:p>
          <a:p>
            <a:r>
              <a:t>• Ігри та розваги</a:t>
            </a:r>
          </a:p>
          <a:p>
            <a:r>
              <a:t>• Бізнес і фінанси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ШІ в майбутньому (2030–2040)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Розумні міста</a:t>
            </a:r>
          </a:p>
          <a:p>
            <a:r>
              <a:t>• Автоматизація професій</a:t>
            </a:r>
          </a:p>
          <a:p>
            <a:r>
              <a:t>• Роботи-помічники вдома</a:t>
            </a:r>
          </a:p>
          <a:p>
            <a:r>
              <a:t>• Потужні цифрові асистенти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ШІ в медицині майбутнього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Рання діагностика хвороб</a:t>
            </a:r>
          </a:p>
          <a:p>
            <a:r>
              <a:t>• Роботизовані операції</a:t>
            </a:r>
          </a:p>
          <a:p>
            <a:r>
              <a:t>• Створення нових ліків</a:t>
            </a:r>
          </a:p>
          <a:p>
            <a:r>
              <a:t>• Персональне лікування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ШІ та освіта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Індивідуальні програми навчання</a:t>
            </a:r>
          </a:p>
          <a:p>
            <a:r>
              <a:t>• Віртуальні вчителі</a:t>
            </a:r>
          </a:p>
          <a:p>
            <a:r>
              <a:t>• Автоматична перевірка робіт</a:t>
            </a:r>
          </a:p>
          <a:p>
            <a:r>
              <a:t>• Допомога 24/7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Переваги розвитку ШІ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Економія часу</a:t>
            </a:r>
          </a:p>
          <a:p>
            <a:r>
              <a:t>• Підвищення продуктивності</a:t>
            </a:r>
          </a:p>
          <a:p>
            <a:r>
              <a:t>• Нові професії</a:t>
            </a:r>
          </a:p>
          <a:p>
            <a:r>
              <a:t>• Поліпшення якості життя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Ризики та виклики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Зникнення деяких професій</a:t>
            </a:r>
          </a:p>
          <a:p>
            <a:r>
              <a:t>• Проблеми безпеки</a:t>
            </a:r>
          </a:p>
          <a:p>
            <a:r>
              <a:t>• Етичні питання</a:t>
            </a:r>
          </a:p>
          <a:p>
            <a:r>
              <a:t>• Залежність від технологій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Висновок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ШІ стрімко розвивається</a:t>
            </a:r>
          </a:p>
          <a:p>
            <a:r>
              <a:t>• Він змінить світ у найближчі десятиліття</a:t>
            </a:r>
          </a:p>
          <a:p>
            <a:r>
              <a:t>• Майбутнє — співпраця людини та ШІ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203</Words>
  <Application>Microsoft Office PowerPoint</Application>
  <PresentationFormat>Экран (4:3)</PresentationFormat>
  <Paragraphs>48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Майбутнє штучного інтелекту (ШІ)</vt:lpstr>
      <vt:lpstr>Що таке штучний інтелект?</vt:lpstr>
      <vt:lpstr>Коротка історія розвитку ШІ</vt:lpstr>
      <vt:lpstr>Де ШІ використовується сьогодні?</vt:lpstr>
      <vt:lpstr>ШІ в майбутньому (2030–2040)</vt:lpstr>
      <vt:lpstr>ШІ в медицині майбутнього</vt:lpstr>
      <vt:lpstr>ШІ та освіта</vt:lpstr>
      <vt:lpstr>Переваги розвитку ШІ</vt:lpstr>
      <vt:lpstr>Ризики та виклики</vt:lpstr>
      <vt:lpstr>Висновок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salam</dc:creator>
  <cp:keywords/>
  <dc:description>generated using python-pptx</dc:description>
  <cp:lastModifiedBy>heud urg</cp:lastModifiedBy>
  <cp:revision>3</cp:revision>
  <dcterms:created xsi:type="dcterms:W3CDTF">2013-01-27T09:14:16Z</dcterms:created>
  <dcterms:modified xsi:type="dcterms:W3CDTF">2026-02-21T19:00:15Z</dcterms:modified>
  <cp:category/>
</cp:coreProperties>
</file>